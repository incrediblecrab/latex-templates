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your@email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Full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Optional Subtitle</a:t>
            </a:r>
            <a:br/>
            <a:br/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  <a:p>
            <a:pPr lvl="0"/>
            <a:r>
              <a:rPr/>
              <a:t>First point</a:t>
            </a:r>
          </a:p>
          <a:p>
            <a:pPr lvl="0"/>
            <a:r>
              <a:rPr/>
              <a:t>Second point</a:t>
            </a:r>
          </a:p>
          <a:p>
            <a:pPr lvl="0"/>
            <a:r>
              <a:rPr/>
              <a:t>Third point</a:t>
            </a:r>
          </a:p>
          <a:p>
            <a:pPr lvl="0" indent="0" marL="0">
              <a:buNone/>
            </a:pPr>
            <a:r>
              <a:rPr/>
              <a:t>Incremental Reveal Use </a:t>
            </a:r>
            <a:r>
              <a:rPr>
                <a:latin typeface="Courier"/>
              </a:rPr>
              <a:t>\pause</a:t>
            </a:r>
            <a:r>
              <a:rPr/>
              <a:t> to reveal content step by step:</a:t>
            </a:r>
          </a:p>
          <a:p>
            <a:pPr lvl="0"/>
            <a:r>
              <a:rPr/>
              <a:t>This appears first</a:t>
            </a:r>
          </a:p>
          <a:p>
            <a:pPr lvl="0"/>
            <a:r>
              <a:rPr/>
              <a:t>This appears second</a:t>
            </a:r>
          </a:p>
          <a:p>
            <a:pPr lvl="0"/>
            <a:r>
              <a:rPr/>
              <a:t>This appears third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Content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Two Columns</a:t>
                </a:r>
              </a:p>
              <a:p>
                <a:pPr lvl="0" indent="0" marL="0">
                  <a:buNone/>
                </a:pPr>
                <a:r>
                  <a:rPr/>
                  <a:t>0.5 </a:t>
                </a:r>
                <a:r>
                  <a:rPr b="1"/>
                  <a:t>Left Column</a:t>
                </a:r>
              </a:p>
              <a:p>
                <a:pPr lvl="0"/>
                <a:r>
                  <a:rPr/>
                  <a:t>Point A</a:t>
                </a:r>
              </a:p>
              <a:p>
                <a:pPr lvl="0"/>
                <a:r>
                  <a:rPr/>
                  <a:t>Point B</a:t>
                </a:r>
              </a:p>
              <a:p>
                <a:pPr lvl="0" indent="0" marL="0">
                  <a:buNone/>
                </a:pPr>
                <a:r>
                  <a:rPr/>
                  <a:t>0.5 </a:t>
                </a:r>
                <a:r>
                  <a:rPr b="1"/>
                  <a:t>Right Column</a:t>
                </a:r>
              </a:p>
              <a:p>
                <a:pPr lvl="0"/>
                <a:r>
                  <a:rPr/>
                  <a:t>Point C</a:t>
                </a:r>
              </a:p>
              <a:p>
                <a:pPr lvl="0"/>
                <a:r>
                  <a:rPr/>
                  <a:t>Point D</a:t>
                </a:r>
              </a:p>
              <a:p>
                <a:pPr lvl="0" indent="0" marL="0">
                  <a:buNone/>
                </a:pPr>
                <a:r>
                  <a:rPr/>
                  <a:t>Blocks</a:t>
                </a:r>
              </a:p>
              <a:p>
                <a:pPr lvl="0" indent="0" marL="0">
                  <a:buNone/>
                </a:pPr>
                <a:r>
                  <a:rPr/>
                  <a:t>Regular Block Standard information goes here.</a:t>
                </a:r>
              </a:p>
              <a:p>
                <a:pPr lvl="0" indent="0" marL="0">
                  <a:buNone/>
                </a:pPr>
                <a:r>
                  <a:rPr/>
                  <a:t>Alert Block Important warnings or highlights.</a:t>
                </a:r>
              </a:p>
              <a:p>
                <a:pPr lvl="0" indent="0" marL="0">
                  <a:buNone/>
                </a:pPr>
                <a:r>
                  <a:rPr/>
                  <a:t>Example Block Examples or demonstrations.</a:t>
                </a:r>
              </a:p>
              <a:p>
                <a:pPr lvl="0" indent="0" marL="0">
                  <a:buNone/>
                </a:pPr>
                <a:r>
                  <a:rPr/>
                  <a:t>Math Example Beamer supports full LaTeX math: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Inline math works too: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b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  <a:p>
            <a:pPr lvl="0" indent="-342900" marL="342900">
              <a:buAutoNum type="arabicPeriod"/>
            </a:pPr>
            <a:r>
              <a:rPr/>
              <a:t>Key takeaway 1</a:t>
            </a:r>
          </a:p>
          <a:p>
            <a:pPr lvl="0" indent="-342900" marL="342900">
              <a:buAutoNum type="arabicPeriod"/>
            </a:pPr>
            <a:r>
              <a:rPr/>
              <a:t>Key takeaway 2</a:t>
            </a:r>
          </a:p>
          <a:p>
            <a:pPr lvl="0" indent="-342900" marL="342900">
              <a:buAutoNum type="arabicPeriod"/>
            </a:pPr>
            <a:r>
              <a:rPr/>
              <a:t>Key takeaway 3</a:t>
            </a:r>
          </a:p>
          <a:p>
            <a:pPr lvl="0" indent="0" marL="0">
              <a:buNone/>
            </a:pPr>
            <a:r>
              <a:rPr/>
              <a:t>Questions Questions?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your@email.com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Presentation Title</dc:title>
  <dc:creator>Your Name</dc:creator>
  <cp:keywords/>
  <dcterms:created xsi:type="dcterms:W3CDTF">2025-11-25T03:43:59Z</dcterms:created>
  <dcterms:modified xsi:type="dcterms:W3CDTF">2025-11-25T03:43:59Z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2025-11-24</vt:lpwstr>
  </property>
  <property fmtid="{D5CDD505-2E9C-101B-9397-08002B2CF9AE}" pid="3" name="subtitle">
    <vt:lpwstr>Optional Subtitle</vt:lpwstr>
  </property>
</Properties>
</file>